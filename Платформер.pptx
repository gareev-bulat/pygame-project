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37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14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029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81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14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20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2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07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22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08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EA96F-B606-4F69-9F2C-3E7F3E736C89}" type="datetimeFigureOut">
              <a:rPr lang="ru-RU" smtClean="0"/>
              <a:t>27.01.2022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AF882-4D3E-4879-82CA-146A8406D9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81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 smtClean="0"/>
              <a:t>Платформер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516216" y="5129808"/>
            <a:ext cx="2736304" cy="1728192"/>
          </a:xfrm>
        </p:spPr>
        <p:txBody>
          <a:bodyPr>
            <a:noAutofit/>
          </a:bodyPr>
          <a:lstStyle/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Выполнили ученики   2-го курса Академия Яндекс Лицея</a:t>
            </a:r>
          </a:p>
          <a:p>
            <a:pPr algn="l"/>
            <a:r>
              <a:rPr lang="ru-RU" sz="2000" dirty="0" smtClean="0">
                <a:solidFill>
                  <a:schemeClr val="tx1"/>
                </a:solidFill>
              </a:rPr>
              <a:t>УГНТУ, </a:t>
            </a:r>
            <a:r>
              <a:rPr lang="ru-RU" sz="2000" dirty="0" err="1" smtClean="0">
                <a:solidFill>
                  <a:schemeClr val="tx1"/>
                </a:solidFill>
              </a:rPr>
              <a:t>Дивиров</a:t>
            </a:r>
            <a:r>
              <a:rPr lang="ru-RU" sz="2000" dirty="0" smtClean="0">
                <a:solidFill>
                  <a:schemeClr val="tx1"/>
                </a:solidFill>
              </a:rPr>
              <a:t> Арсен и Гареев Булат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08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8584" y="0"/>
            <a:ext cx="3888432" cy="62068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Модули</a:t>
            </a:r>
            <a:endParaRPr lang="ru-RU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317" y="836712"/>
            <a:ext cx="3740432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Объект 2"/>
          <p:cNvSpPr txBox="1">
            <a:spLocks/>
          </p:cNvSpPr>
          <p:nvPr/>
        </p:nvSpPr>
        <p:spPr>
          <a:xfrm>
            <a:off x="-28520" y="3212975"/>
            <a:ext cx="5205264" cy="352839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900" dirty="0" smtClean="0"/>
              <a:t>Используемые модули</a:t>
            </a:r>
            <a:r>
              <a:rPr lang="en-US" sz="2900" dirty="0" smtClean="0"/>
              <a:t>:</a:t>
            </a:r>
          </a:p>
          <a:p>
            <a:r>
              <a:rPr lang="en-US" sz="2900" dirty="0" err="1" smtClean="0"/>
              <a:t>Pygame</a:t>
            </a:r>
            <a:r>
              <a:rPr lang="en-US" sz="2900" dirty="0" smtClean="0"/>
              <a:t> – </a:t>
            </a:r>
            <a:r>
              <a:rPr lang="ru-RU" sz="29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основная часть проекта простроена на нем, отвечает почти за всё в этом проекте.</a:t>
            </a:r>
          </a:p>
          <a:p>
            <a:r>
              <a:rPr lang="en-US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Mixer – </a:t>
            </a:r>
            <a:r>
              <a:rPr lang="ru-RU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отвечает за музыкальную часть в проекте</a:t>
            </a:r>
          </a:p>
          <a:p>
            <a:r>
              <a:rPr lang="en-US" sz="29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Os</a:t>
            </a:r>
            <a:r>
              <a:rPr lang="ru-RU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 </a:t>
            </a:r>
            <a:r>
              <a:rPr lang="ru-RU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отвечает за взятие каких-либо файлов из памяти компьютера (загрузка уровней, картинок, музыки).</a:t>
            </a:r>
          </a:p>
          <a:p>
            <a:r>
              <a:rPr lang="en-US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Random, math – </a:t>
            </a:r>
            <a:r>
              <a:rPr lang="ru-RU" sz="29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модули для вычисления в среде координат.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810510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88024" y="620688"/>
            <a:ext cx="4269160" cy="1143000"/>
          </a:xfrm>
        </p:spPr>
        <p:txBody>
          <a:bodyPr/>
          <a:lstStyle/>
          <a:p>
            <a:r>
              <a:rPr lang="en-US" dirty="0" smtClean="0"/>
              <a:t>Class Menu</a:t>
            </a:r>
            <a:endParaRPr lang="ru-RU" dirty="0"/>
          </a:p>
        </p:txBody>
      </p:sp>
      <p:pic>
        <p:nvPicPr>
          <p:cNvPr id="5" name="Picture 5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2"/>
          <a:stretch/>
        </p:blipFill>
        <p:spPr bwMode="auto">
          <a:xfrm>
            <a:off x="0" y="-31324"/>
            <a:ext cx="4305238" cy="3892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315" y="2393504"/>
            <a:ext cx="4855547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988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04656" y="2348880"/>
            <a:ext cx="4439344" cy="165618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Часть кода движения главного героя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88024" cy="6930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249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6311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Начальное окно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" t="3807"/>
          <a:stretch/>
        </p:blipFill>
        <p:spPr bwMode="auto">
          <a:xfrm>
            <a:off x="1115616" y="1084548"/>
            <a:ext cx="7200800" cy="5410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0954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532656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 smtClean="0"/>
              <a:t>Магазин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4703"/>
            <a:ext cx="7848872" cy="586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4006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940966"/>
          </a:xfrm>
        </p:spPr>
        <p:txBody>
          <a:bodyPr>
            <a:normAutofit/>
          </a:bodyPr>
          <a:lstStyle/>
          <a:p>
            <a:r>
              <a:rPr lang="ru-RU" dirty="0" err="1" smtClean="0"/>
              <a:t>Геймплей</a:t>
            </a:r>
            <a:endParaRPr lang="ru-RU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124744"/>
            <a:ext cx="7224480" cy="537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18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99392"/>
            <a:ext cx="8229600" cy="868958"/>
          </a:xfrm>
        </p:spPr>
        <p:txBody>
          <a:bodyPr/>
          <a:lstStyle/>
          <a:p>
            <a:r>
              <a:rPr lang="ru-RU" dirty="0" smtClean="0"/>
              <a:t>Окно выигрыша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36712"/>
            <a:ext cx="7485254" cy="5651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635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332656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Возможностей для доработки проекта просто огромное количество. Первым делом лучше было бы улучшить модельки, а именно нарисовать свои. Но мы не дизайнеры, так что для нас легче взять открытые для всех желающих модельки </a:t>
            </a:r>
            <a:r>
              <a:rPr lang="en-US" dirty="0" smtClean="0"/>
              <a:t>:)</a:t>
            </a:r>
          </a:p>
          <a:p>
            <a:pPr marL="0" indent="0">
              <a:buNone/>
            </a:pPr>
            <a:r>
              <a:rPr lang="ru-RU" dirty="0" smtClean="0"/>
              <a:t>Так же можно было бы добавить больше разновидностей врагов, построить больше уровней и в целом сделать игру более интересной.</a:t>
            </a:r>
          </a:p>
          <a:p>
            <a:pPr marL="0" indent="0">
              <a:buNone/>
            </a:pPr>
            <a:r>
              <a:rPr lang="ru-RU" dirty="0" smtClean="0"/>
              <a:t>С большим количеством времени можно сделать многое!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/>
          <p:cNvSpPr txBox="1">
            <a:spLocks/>
          </p:cNvSpPr>
          <p:nvPr/>
        </p:nvSpPr>
        <p:spPr>
          <a:xfrm>
            <a:off x="539552" y="6162100"/>
            <a:ext cx="8229600" cy="5578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ru-RU" dirty="0" smtClean="0"/>
              <a:t>Спасибо за внимание!</a:t>
            </a:r>
          </a:p>
          <a:p>
            <a:pPr marL="0" indent="0">
              <a:buFont typeface="Arial" pitchFamily="34" charset="0"/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2434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157</Words>
  <Application>Microsoft Office PowerPoint</Application>
  <PresentationFormat>Экран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Платформер</vt:lpstr>
      <vt:lpstr>Модули</vt:lpstr>
      <vt:lpstr>Class Menu</vt:lpstr>
      <vt:lpstr>Часть кода движения главного героя</vt:lpstr>
      <vt:lpstr>Начальное окно</vt:lpstr>
      <vt:lpstr>Презентация PowerPoint</vt:lpstr>
      <vt:lpstr>Геймплей</vt:lpstr>
      <vt:lpstr>Окно выигрыша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Платформер</dc:title>
  <dc:creator>Пользователь Windows</dc:creator>
  <cp:lastModifiedBy>Пользователь Windows</cp:lastModifiedBy>
  <cp:revision>5</cp:revision>
  <dcterms:created xsi:type="dcterms:W3CDTF">2022-01-12T12:50:11Z</dcterms:created>
  <dcterms:modified xsi:type="dcterms:W3CDTF">2022-01-27T16:58:00Z</dcterms:modified>
</cp:coreProperties>
</file>